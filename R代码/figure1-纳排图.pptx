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76" y="108"/>
      </p:cViewPr>
      <p:guideLst>
        <p:guide orient="horz" pos="2160"/>
        <p:guide pos="38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980291" y="412216"/>
            <a:ext cx="6329131" cy="5666696"/>
            <a:chOff x="3060758" y="309804"/>
            <a:chExt cx="6329131" cy="5666696"/>
          </a:xfrm>
        </p:grpSpPr>
        <p:sp>
          <p:nvSpPr>
            <p:cNvPr id="5" name="文本框 4"/>
            <p:cNvSpPr txBox="1"/>
            <p:nvPr/>
          </p:nvSpPr>
          <p:spPr>
            <a:xfrm>
              <a:off x="4050957" y="309804"/>
              <a:ext cx="3851188" cy="5219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350876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名非吸烟居民参加了城市癌症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筛查项目的风险评估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" name="直接箭头连接符 5"/>
            <p:cNvCxnSpPr>
              <a:stCxn id="5" idx="2"/>
            </p:cNvCxnSpPr>
            <p:nvPr/>
          </p:nvCxnSpPr>
          <p:spPr>
            <a:xfrm>
              <a:off x="5977222" y="831655"/>
              <a:ext cx="0" cy="12541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5960077" y="1402708"/>
              <a:ext cx="57763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6538013" y="984135"/>
              <a:ext cx="2851876" cy="7372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76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例唯一识别符错误被排除；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134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例年龄不符合纳入标准被排除；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35658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例因数据缺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失被排除；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802024" y="2085499"/>
              <a:ext cx="2373132" cy="306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共纳入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315008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名研究对象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" name="连接符: 肘形 9"/>
            <p:cNvCxnSpPr/>
            <p:nvPr/>
          </p:nvCxnSpPr>
          <p:spPr>
            <a:xfrm rot="5400000">
              <a:off x="4882175" y="2337538"/>
              <a:ext cx="1052923" cy="1151814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连接符: 肘形 10"/>
            <p:cNvCxnSpPr>
              <a:stCxn id="9" idx="2"/>
              <a:endCxn id="12" idx="0"/>
            </p:cNvCxnSpPr>
            <p:nvPr/>
          </p:nvCxnSpPr>
          <p:spPr>
            <a:xfrm rot="5400000" flipV="1">
              <a:off x="6336805" y="2044840"/>
              <a:ext cx="1048385" cy="1743710"/>
            </a:xfrm>
            <a:prstGeom prst="bentConnector3">
              <a:avLst>
                <a:gd name="adj1" fmla="val 4999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6473938" y="3441116"/>
              <a:ext cx="2518449" cy="306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肺癌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低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危组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281242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577551" y="3446199"/>
              <a:ext cx="2518449" cy="306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肺癌高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危组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33766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" name="连接符: 肘形 13"/>
            <p:cNvCxnSpPr/>
            <p:nvPr/>
          </p:nvCxnSpPr>
          <p:spPr>
            <a:xfrm rot="5400000">
              <a:off x="4021791" y="3727483"/>
              <a:ext cx="685979" cy="777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连接符: 肘形 14"/>
            <p:cNvCxnSpPr/>
            <p:nvPr/>
          </p:nvCxnSpPr>
          <p:spPr>
            <a:xfrm rot="16200000" flipH="1">
              <a:off x="4891908" y="3636058"/>
              <a:ext cx="688227" cy="96479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3386142" y="4499516"/>
              <a:ext cx="1415881" cy="306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筛查组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16160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946170" y="4501424"/>
              <a:ext cx="1588362" cy="3067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未筛查组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17606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7725665" y="3779685"/>
              <a:ext cx="6985" cy="14490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3973142" y="4830241"/>
              <a:ext cx="3338" cy="3843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H="1">
              <a:off x="5714607" y="4807293"/>
              <a:ext cx="3810" cy="431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3060758" y="5237549"/>
              <a:ext cx="1697393" cy="7372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肺癌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148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b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肺癌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死亡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24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全因死亡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69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879450" y="5239265"/>
              <a:ext cx="1813958" cy="7372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肺癌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143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b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肺癌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死亡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27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全因死亡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78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814878" y="5239309"/>
              <a:ext cx="1967865" cy="7334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肺癌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2178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b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肺癌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死亡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593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全因死亡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2154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例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WPS 演示</Application>
  <PresentationFormat>宽屏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郑俏俏</dc:creator>
  <cp:lastModifiedBy>Narcissus</cp:lastModifiedBy>
  <cp:revision>9</cp:revision>
  <dcterms:created xsi:type="dcterms:W3CDTF">2023-08-09T12:44:00Z</dcterms:created>
  <dcterms:modified xsi:type="dcterms:W3CDTF">2026-05-08T01:10:21Z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55E8C8C5A7714E928B0011D3DE41640C_13</vt:lpwstr>
  </property>
</Properties>
</file>